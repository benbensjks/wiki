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81" d="100"/>
          <a:sy n="81" d="100"/>
        </p:scale>
        <p:origin x="1692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4609" y="278704"/>
            <a:ext cx="64754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000" b="1" dirty="0"/>
              <a:t>交付规则</a:t>
            </a:r>
            <a:endParaRPr lang="en-US" altLang="zh-C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Markdown 严格分级 </a:t>
            </a:r>
            <a:endParaRPr lang="zh-CN" altLang="zh-C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图片单独打包 + caption </a:t>
            </a:r>
            <a:endParaRPr lang="zh-CN" altLang="zh-C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公式 LaTeX </a:t>
            </a:r>
            <a:endParaRPr lang="zh-CN" altLang="zh-C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reference / Bib </a:t>
            </a:r>
            <a:endParaRPr lang="zh-CN" altLang="zh-C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交互或动画说明 </a:t>
            </a:r>
            <a:endParaRPr lang="zh-CN" altLang="zh-C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每个部分建议采用什么网页组件 </a:t>
            </a:r>
            <a:endParaRPr lang="zh-CN" altLang="zh-C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叙事逻辑和内容呈现形式由建模组自己决定，网页组主要负责实现</a:t>
            </a:r>
            <a:endParaRPr lang="zh-CN" altLang="zh-CN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50411" y="4129776"/>
            <a:ext cx="60975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zh-CN" sz="2000" dirty="0"/>
              <a:t>现在已经完成什么？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zh-CN" sz="2000" dirty="0"/>
              <a:t>还有什么必须补？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zh-CN" sz="2000" dirty="0"/>
              <a:t>哪些工作决定不再做？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zh-CN" sz="2000" dirty="0"/>
              <a:t>最终准备在 Wiki 得出什么结论</a:t>
            </a:r>
            <a:r>
              <a:rPr lang="zh-CN" altLang="en-US" sz="2000" dirty="0"/>
              <a:t>？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zh-CN" sz="2000" dirty="0"/>
              <a:t>9 月底能不能冻结核心结果？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63575" y="1559180"/>
            <a:ext cx="7960258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振荡器本体现在是否已经可以停止继续扩展？ 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质粒 / 基因组两种情况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最终输出给 counter 的 waveform ？ 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period / amplitude / pulse width 对下游计数的影响做到什么程度？ 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GSA 找到的关键参数真正转化成“如何调周期”的设计结论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load effect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44644" y="1722141"/>
            <a:ext cx="7643387" cy="2351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BM3R1 promoter strength 最后推荐什么范围？ 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BM3R1 / RDF 的关系到底是什么？ 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degradation tag加在哪里、在什么条件下需要？ 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用 A 最新 waveform 输入以后，原先结论是否仍然成立？ 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one-pulse-one-flip 的工作窗口最后怎么定义？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85801" y="171585"/>
            <a:ext cx="6683719" cy="327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最终采用的 FFL 架构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二级、三级分别做到什么程度？ 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三级 leakage 问题现在怎么处理？ 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为了解决 leakage 改了哪些参数？ 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改参数以后，原来的 single-bit 功能有没有被破坏？ </a:t>
            </a:r>
            <a:endParaRPr lang="zh-CN" altLang="zh-C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最终是要展示“这个架构可行”，还是“这个架构存在明确限制”？</a:t>
            </a:r>
            <a:endParaRPr lang="zh-CN" altLang="zh-CN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685801" y="3972797"/>
            <a:ext cx="6855735" cy="2351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carry pulse 在当前模型里究竟怎么定义？ </a:t>
            </a:r>
            <a:endParaRPr lang="zh-CN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是否正式把它定义为一种 abstract / prospective carry architecture？ </a:t>
            </a:r>
            <a:endParaRPr lang="zh-CN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二级、三级最终分别能给出什么结果？ </a:t>
            </a:r>
            <a:endParaRPr lang="zh-CN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/>
              <a:t>能不能给出 pulse strength / width / interval 的工作窗口？ </a:t>
            </a:r>
            <a:endParaRPr lang="zh-CN" altLang="zh-CN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8118695" y="2721496"/>
            <a:ext cx="32252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r>
              <a:rPr lang="zh-CN" altLang="en-US" dirty="0"/>
              <a:t>统一</a:t>
            </a:r>
            <a:r>
              <a:rPr lang="en-US" altLang="zh-CN" dirty="0"/>
              <a:t>single-bit</a:t>
            </a:r>
            <a:endParaRPr lang="en-US" altLang="zh-CN" dirty="0"/>
          </a:p>
          <a:p>
            <a:r>
              <a:rPr lang="zh-CN" altLang="zh-CN" dirty="0"/>
              <a:t>用哪些共同指标比较？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4196" y="211950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1. Modeling Overview</a:t>
            </a:r>
            <a:br>
              <a:rPr lang="zh-CN" altLang="zh-CN" dirty="0"/>
            </a:br>
            <a:r>
              <a:rPr lang="zh-CN" altLang="zh-CN" b="1" dirty="0"/>
              <a:t>2. Building and Tuning the Clock</a:t>
            </a:r>
            <a:br>
              <a:rPr lang="zh-CN" altLang="zh-CN" dirty="0"/>
            </a:br>
            <a:r>
              <a:rPr lang="zh-CN" altLang="zh-CN" b="1" dirty="0"/>
              <a:t>3. Coupling the Clock to a Reliable Single-bit Counter</a:t>
            </a:r>
            <a:br>
              <a:rPr lang="zh-CN" altLang="zh-CN" dirty="0"/>
            </a:br>
            <a:r>
              <a:rPr lang="zh-CN" altLang="zh-CN" b="1" dirty="0"/>
              <a:t>4. Scaling from One Bit to Multi-bit Counting</a:t>
            </a:r>
            <a:br>
              <a:rPr lang="zh-CN" altLang="zh-CN" dirty="0"/>
            </a:br>
            <a:r>
              <a:rPr lang="zh-CN" altLang="zh-CN" b="1" dirty="0"/>
              <a:t>5. Programming the Output Duration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90739" y="305966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9.20 要交给美工的图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90739" y="3686280"/>
            <a:ext cx="40808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TEMPO modeling 总体 workflow </a:t>
            </a: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Oscillator → waveform </a:t>
            </a: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Single-bit Int/RDF/BM3R1 机制 </a:t>
            </a: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C 的 FFL carry </a:t>
            </a: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D 的游离 recombinase carry </a:t>
            </a: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Shutdown 机制 </a:t>
            </a: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Full-system coupling</a:t>
            </a:r>
            <a:endParaRPr lang="en-US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engineering</a:t>
            </a:r>
            <a:endParaRPr lang="zh-CN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482098" y="625188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给美工一个草图或者文字说明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5089179" y="4054184"/>
            <a:ext cx="29808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这张图要让读者看懂什么？</a:t>
            </a:r>
            <a:br>
              <a:rPr lang="zh-CN" altLang="zh-CN" dirty="0"/>
            </a:br>
            <a:r>
              <a:rPr lang="zh-CN" altLang="zh-CN" dirty="0"/>
              <a:t>有哪些核心元件？</a:t>
            </a:r>
            <a:br>
              <a:rPr lang="zh-CN" altLang="zh-CN" dirty="0"/>
            </a:br>
            <a:r>
              <a:rPr lang="zh-CN" altLang="zh-CN" dirty="0"/>
              <a:t>箭头代表什么？</a:t>
            </a:r>
            <a:br>
              <a:rPr lang="zh-CN" altLang="zh-CN" dirty="0"/>
            </a:br>
            <a:r>
              <a:rPr lang="zh-CN" altLang="zh-CN" dirty="0"/>
              <a:t>哪些内容一定不能画错？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94492" y="303476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oscillator robustness → 放第 2 章 </a:t>
            </a: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single-bit / coupling robustness → 放第 3 章 </a:t>
            </a: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cascade robustness → 放第 4 章 </a:t>
            </a: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shutdown parameter robustness → 放第 5 章</a:t>
            </a:r>
            <a:endParaRPr lang="zh-CN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6217467" y="217658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这个波形能不能让 counter 正确工作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3639493" y="793151"/>
            <a:ext cx="2960483" cy="1278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43620" y="1817110"/>
            <a:ext cx="615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最后加一个</a:t>
            </a:r>
            <a:r>
              <a:rPr lang="zh-CN" altLang="zh-CN" b="1" dirty="0"/>
              <a:t>总结型的 Modeling-Guided Design 面板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21602" y="34043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Design → Build → Test → Learn → Redesign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21602" y="124578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定 Wiki 的页面表现方式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19889" y="2136618"/>
            <a:ext cx="11552222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1121127" y="2077776"/>
            <a:ext cx="117684" cy="1176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13995" y="1401951"/>
            <a:ext cx="1068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9.20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4352080" y="2077776"/>
            <a:ext cx="117684" cy="1176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142707" y="1372530"/>
            <a:ext cx="1577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9.30</a:t>
            </a:r>
            <a:endParaRPr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7111503" y="2077776"/>
            <a:ext cx="117684" cy="1176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928316" y="1384250"/>
            <a:ext cx="3234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10.5 左右，建模组内部 DDL</a:t>
            </a:r>
            <a:endParaRPr lang="zh-CN" altLang="en-US" dirty="0"/>
          </a:p>
        </p:txBody>
      </p:sp>
      <p:sp>
        <p:nvSpPr>
          <p:cNvPr id="18" name="椭圆 17"/>
          <p:cNvSpPr/>
          <p:nvPr/>
        </p:nvSpPr>
        <p:spPr>
          <a:xfrm>
            <a:off x="10725354" y="2077776"/>
            <a:ext cx="117684" cy="1176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518613" y="1447150"/>
            <a:ext cx="1659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10.7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19889" y="2726587"/>
            <a:ext cx="2888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目录框架、大致内容、第一批机制图需求交出去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3487656" y="2560795"/>
            <a:ext cx="24467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核心模型和主要结论基本冻结；Engineering 逻辑、最终绘图内容基本定下来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6214067" y="2390375"/>
            <a:ext cx="2030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完整 Markdown 初稿、图片、caption、公式、reference、组件说明基本齐全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9902243" y="2560794"/>
            <a:ext cx="2030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正式 Wiki 文案 + 第二轮绘图要求 + presentation video PPT 展示内容交付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1618</Words>
  <Application>WPS 演示</Application>
  <PresentationFormat>宽屏</PresentationFormat>
  <Paragraphs>89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WPS_1640446549</cp:lastModifiedBy>
  <cp:revision>8</cp:revision>
  <dcterms:created xsi:type="dcterms:W3CDTF">2023-08-09T12:44:00Z</dcterms:created>
  <dcterms:modified xsi:type="dcterms:W3CDTF">2026-09-28T17:22:13Z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022F5E2373F848688BD55A65C558F1F9_12</vt:lpwstr>
  </property>
</Properties>
</file>